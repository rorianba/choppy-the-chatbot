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451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822960"/>
            <a:ext cx="2926080" cy="292608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064240" y="548640"/>
            <a:ext cx="1463040" cy="14630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914400" y="4937760"/>
            <a:ext cx="3291840" cy="329184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5C0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🐔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CHOPPY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Commerce for On-Demand Meat Delivery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C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Dialog-Design </a:t>
            </a:r>
            <a:r>
              <a:rPr lang="en-US" sz="1500" i="1" dirty="0" err="1">
                <a:solidFill>
                  <a:srgbClr val="E8C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r>
              <a:rPr lang="en-US" sz="1500" i="1" dirty="0">
                <a:solidFill>
                  <a:srgbClr val="E8C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KATTA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Business Analytics 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37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Kumar Singh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8C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Lovish</a:t>
            </a:r>
          </a:p>
          <a:p>
            <a:pPr marL="0" indent="0">
              <a:buNone/>
            </a:pPr>
            <a:endParaRPr lang="en-US" sz="1200" dirty="0">
              <a:solidFill>
                <a:srgbClr val="E8CDC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E8CDC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8C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Mittal School of Business, Lovely Professional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— hyperlocal, cut-to-order meat delivery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is a quick-commerce meat, fish and egg delivery brand serving Noida and Greater Noida. Customers order chicken, mutton, fish, prawns or eggs  choosing the exact cut, bone preference and quantity — and receive it fresh, cut only after the order is confirmed.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is won on trust and speed: freshness, hygienic handling, transparent weight, and a sub-hour doorstep delivery promise — all of which customers ask about, order after order, before they ever check out.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5087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766560" y="161848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hr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161848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window, cut to order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292608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766560" y="30358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18+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303580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covered across Noida &amp; Greater Noida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43434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766560" y="44531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44531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categories: chicken, mutton, fish, prawns, eggs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 |  Choppy Chatbot Case Study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Review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demand scales with orders — headcount doesn't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5623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query volume, low ticket size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₹220/kg chicken order still needs the same freshness, cut and hygiene questions answered — uneconomical for live agents to handle one by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0" y="1874520"/>
            <a:ext cx="658368" cy="65836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92240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5623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the brand promise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"delivered in under an hour" position collapses if a customer waits on hold just to ask "do you deliver to my area?"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343400"/>
            <a:ext cx="658368" cy="65836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4343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32511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conversation state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order spans product, cut, quantity, address and payment — easy for a person to track, hard for a scripted bot to hold across turns.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658368" cy="65836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92240" y="4343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32511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round-the-clock coverage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0292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support can't match delivery hours — including evening and night orders — without added headcount cost.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Choppy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7A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Watson Assistant chatbot that carries the full conversation — FAQ to fulfilled order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837944"/>
            <a:ext cx="566928" cy="56692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04672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963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trained intents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62072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info, ordering, order management, delivery logistics and complaint handling, all in one skill.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81144" y="1837944"/>
            <a:ext cx="566928" cy="56692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81144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4963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Hinglish-ready entities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862072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entities recognise code-mixed terms — "murga", "bakra", "anda" — for natural conversation.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57616" y="1837944"/>
            <a:ext cx="566928" cy="56692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357616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4963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order flow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862072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→ cut → bone type → quantity → area → landmark → phone → payment → time, captured as reusable slots.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6732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04672" y="4005072"/>
            <a:ext cx="566928" cy="56692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04672" y="4005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66344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&amp; billing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0292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the price the moment a product is chosen, and estimates the bill at checkout.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376732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81144" y="4005072"/>
            <a:ext cx="566928" cy="56692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581144" y="4005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66344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State-aware continuation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50292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one-word reply ("noida", "leg piece") still resolves correctly, even where intent-matching alone would misfire.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376732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57616" y="4005072"/>
            <a:ext cx="566928" cy="566928"/>
          </a:xfrm>
          <a:prstGeom prst="ellipse">
            <a:avLst/>
          </a:prstGeom>
          <a:solidFill>
            <a:srgbClr val="FBE4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8357616" y="4005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466344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Webhook-ready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50292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confirmation, tracking, invoicing and refunds are wired to call out to KATTA's backend.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current build doesn't yet solve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746504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746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73352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billing only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673352"/>
            <a:ext cx="685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is captured as a unit type (kg / piece / dozen), not an exact number — the final bill for gram- or piece-based orders can't be computed precisely.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2688336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615184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 unverified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15184"/>
            <a:ext cx="685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confirmation, refunds and tracking reference webhook calls that are stubbed, not tested end-to-end against a live order system.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630168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772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557016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misclassification risk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557016"/>
            <a:ext cx="685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routing can still misfire on short, ambiguous replies in flows not yet hardened with state-based continuation logic.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57200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7724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498848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 analytics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498848"/>
            <a:ext cx="685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dashboard to track containment rate, drop-off points, or intent drift over time.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9D6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77240" y="5513832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77240" y="5513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440680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bilingual support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440680"/>
            <a:ext cx="685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English-first with Hindi keyword synonyms — not true Hinglish conversational understanding.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C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before wider rollout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0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60020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exact quantity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984248"/>
            <a:ext cx="4773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numeric-quantity entity ("2kg", "3 pieces") so every order can be billed precisely, not just kg/half-kg/dozen.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73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263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0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160020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out the backend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1984248"/>
            <a:ext cx="4773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and test real webhooks end-to-end — orders, refunds, tracking, invoices — before go-live.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0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20040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Regression-test every flow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584448"/>
            <a:ext cx="4773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dialog test suite covering all multi-turn flows; run it before each release to catch state-tracking regressions early.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273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263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0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320040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every slot-filling node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85432" y="3584448"/>
            <a:ext cx="4773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state-based "continuation" pattern to all slots, not only the ones surfaced during this round of testing.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737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486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0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80060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conversation analytics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5184648"/>
            <a:ext cx="4773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containment rate, fallback rate and drop-off by node to guide the next iteration.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8737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636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0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480060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Hinglish NLU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85432" y="5184648"/>
            <a:ext cx="4773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true code-mixed training data ahead of expanding beyond Noida and Greater Noida.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758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Rohan Singh</cp:lastModifiedBy>
  <cp:revision>2</cp:revision>
  <dcterms:created xsi:type="dcterms:W3CDTF">2026-09-05T04:57:39Z</dcterms:created>
  <dcterms:modified xsi:type="dcterms:W3CDTF">2026-09-05T05:05:56Z</dcterms:modified>
</cp:coreProperties>
</file>